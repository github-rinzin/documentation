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46" y="-96"/>
      </p:cViewPr>
      <p:guideLst>
        <p:guide orient="horz" pos="2160"/>
        <p:guide pos="287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B7BF55-4331-405B-BD3D-A916DA9DD4EF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803850-3974-4A34-8498-CA9FB7558B0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84411-CE80-4393-BC22-731792D8F56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6BA5A-254D-4C01-A5C1-C9457C87A202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C07AE-EECC-4B39-B2AC-B06E310F3617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9D00F-91AD-43A6-9361-AB22366665FE}" type="datetime1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146552-625F-461E-A982-793A12B6DAF8}" type="datetime1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4212E-F36A-40A9-859F-7B0EFF380630}" type="datetime1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6D674-32B0-4689-AB1B-636389CFCA04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EF3B-70A3-4B13-97EA-E44332BDF0AF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51FB7-0011-4112-B16C-C28BEE58E834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10325-AC91-463B-9DEC-6DFD76EF917E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3BC41F-EA4F-43A4-B4D7-7693D03AF8C4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" y="2590800"/>
            <a:ext cx="8803005" cy="1470025"/>
          </a:xfrm>
        </p:spPr>
        <p:txBody>
          <a:bodyPr/>
          <a:lstStyle/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Student Information Management System</a:t>
            </a:r>
            <a:endParaRPr lang="en-US" b="1" dirty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026" name="Picture 2" descr="GCIT"/>
          <p:cNvPicPr>
            <a:picLocks noChangeAspect="1" noChangeArrowheads="1"/>
          </p:cNvPicPr>
          <p:nvPr/>
        </p:nvPicPr>
        <p:blipFill>
          <a:blip r:embed="rId1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F7737-6EA6-4FBE-AACE-8EEC38063CAC}" type="datetime1">
              <a:rPr lang="en-US" smtClean="0"/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/>
        </p:nvPicPr>
        <p:blipFill>
          <a:blip r:embed="rId1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8" name="TextBox 7"/>
          <p:cNvSpPr txBox="1"/>
          <p:nvPr/>
        </p:nvSpPr>
        <p:spPr>
          <a:xfrm>
            <a:off x="683260" y="1973580"/>
            <a:ext cx="7594600" cy="3538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Outlines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Background Information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Changes in Requirement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Product Scope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Site Map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UI Demo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Work progress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sz="2800" b="1" dirty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925" y="1905000"/>
            <a:ext cx="8169275" cy="720090"/>
          </a:xfrm>
        </p:spPr>
        <p:txBody>
          <a:bodyPr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Background Information</a:t>
            </a:r>
            <a:endParaRPr lang="en-US" sz="32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5620" y="2889885"/>
            <a:ext cx="4056380" cy="2334260"/>
          </a:xfrm>
        </p:spPr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Introduction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Purpose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Functionalities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690" y="1600200"/>
            <a:ext cx="8246110" cy="777240"/>
          </a:xfrm>
        </p:spPr>
        <p:txBody>
          <a:bodyPr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Changes in Requirement</a:t>
            </a:r>
            <a:endParaRPr lang="en-US" sz="32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9905" y="2645410"/>
            <a:ext cx="8176895" cy="3481070"/>
          </a:xfrm>
        </p:spPr>
        <p:txBody>
          <a:bodyPr>
            <a:normAutofit/>
          </a:bodyPr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4.1 Student Registration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lvl="1">
              <a:buFont typeface="Wingdings" panose="05000000000000000000" charset="0"/>
              <a:buChar char="ü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Approval of students is done by class teacher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332740" lvl="1" indent="-285115">
              <a:buFont typeface="Arial" panose="020B0604020202020204" pitchFamily="34" charset="0"/>
              <a:buChar char="•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 4.2 Class Teacher Account Management 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504825" lvl="1" indent="222250" defTabSz="914400">
              <a:buFont typeface="Wingdings" panose="05000000000000000000" charset="0"/>
              <a:buChar char="ü"/>
              <a:tabLst>
                <a:tab pos="4572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 Edit action for admin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423545" lvl="1" indent="-379730" defTabSz="91440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4.3 Student Personal Detail Management	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500380" lvl="1" indent="-15875" defTabSz="914400">
              <a:buFont typeface="Wingdings" panose="05000000000000000000" charset="0"/>
              <a:buChar char="ü"/>
              <a:tabLst>
                <a:tab pos="2286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Edit action for admin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  <a:p>
            <a:pPr marL="500380" lvl="1" indent="-15875" defTabSz="914400">
              <a:buFont typeface="Wingdings" panose="05000000000000000000" charset="0"/>
              <a:buChar char="ü"/>
              <a:tabLst>
                <a:tab pos="2286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Create action for student</a:t>
            </a:r>
            <a:endParaRPr lang="en-US" sz="2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863090"/>
            <a:ext cx="8250555" cy="614680"/>
          </a:xfrm>
        </p:spPr>
        <p:txBody>
          <a:bodyPr>
            <a:normAutofit fontScale="90000"/>
          </a:bodyPr>
          <a:p>
            <a:pPr algn="l"/>
            <a:r>
              <a:rPr lang="en-US" sz="36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Product Scope</a:t>
            </a:r>
            <a:endParaRPr lang="en-US" sz="36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715" y="2968625"/>
            <a:ext cx="8173085" cy="3157855"/>
          </a:xfrm>
        </p:spPr>
        <p:txBody>
          <a:bodyPr/>
          <a:p>
            <a:r>
              <a:rPr lang="en-US" sz="2800">
                <a:latin typeface="Times New Roman" panose="02020603050405020304" charset="0"/>
                <a:cs typeface="Times New Roman" panose="02020603050405020304" charset="0"/>
              </a:rPr>
              <a:t>Introducing digitized student registration system </a:t>
            </a:r>
            <a:endParaRPr lang="en-US" sz="28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sz="2800">
                <a:latin typeface="Times New Roman" panose="02020603050405020304" charset="0"/>
                <a:cs typeface="Times New Roman" panose="02020603050405020304" charset="0"/>
              </a:rPr>
              <a:t>Replacing paper-based student information management system </a:t>
            </a:r>
            <a:endParaRPr lang="en-US" sz="28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370" y="1676400"/>
            <a:ext cx="8322945" cy="761365"/>
          </a:xfrm>
        </p:spPr>
        <p:txBody>
          <a:bodyPr/>
          <a:p>
            <a:pPr algn="l"/>
            <a:r>
              <a:rPr lang="en-US" sz="3200" b="1">
                <a:latin typeface="Times New Roman" panose="02020603050405020304" charset="0"/>
                <a:cs typeface="Times New Roman" panose="02020603050405020304" charset="0"/>
              </a:rPr>
              <a:t>Site Map</a:t>
            </a:r>
            <a:endParaRPr lang="en-US" sz="3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370" y="2599690"/>
            <a:ext cx="8266430" cy="3526790"/>
          </a:xfrm>
        </p:spPr>
        <p:txBody>
          <a:bodyPr/>
          <a:p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9900" y="1447800"/>
            <a:ext cx="8216900" cy="837565"/>
          </a:xfrm>
        </p:spPr>
        <p:txBody>
          <a:bodyPr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UI Demo</a:t>
            </a:r>
            <a:endParaRPr lang="en-US" sz="32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695" y="2387600"/>
            <a:ext cx="8206105" cy="3738880"/>
          </a:xfrm>
        </p:spPr>
        <p:txBody>
          <a:bodyPr/>
          <a:p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80" y="1676400"/>
            <a:ext cx="8221345" cy="500380"/>
          </a:xfrm>
        </p:spPr>
        <p:txBody>
          <a:bodyPr>
            <a:noAutofit/>
          </a:bodyPr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Work progress</a:t>
            </a:r>
            <a:endParaRPr lang="en-US" sz="32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3875" y="2468245"/>
            <a:ext cx="8162925" cy="3658235"/>
          </a:xfrm>
        </p:spPr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Frontend 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b="1">
                <a:latin typeface="Times New Roman" panose="02020603050405020304" charset="0"/>
                <a:cs typeface="Times New Roman" panose="02020603050405020304" charset="0"/>
              </a:rPr>
              <a:t>Future work</a:t>
            </a:r>
            <a:endParaRPr lang="en-US" b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Backend using Laravel framework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2742883"/>
            <a:ext cx="8229600" cy="1143000"/>
          </a:xfrm>
        </p:spPr>
        <p:txBody>
          <a:bodyPr>
            <a:normAutofit fontScale="90000"/>
          </a:bodyPr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Thank you for listening!</a:t>
            </a:r>
            <a:b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</a:b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910</Words>
  <Application>WPS Presentation</Application>
  <PresentationFormat>On-screen Show (4:3)</PresentationFormat>
  <Paragraphs>99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SimSun</vt:lpstr>
      <vt:lpstr>Wingdings</vt:lpstr>
      <vt:lpstr>Times New Roman</vt:lpstr>
      <vt:lpstr>Wingdings</vt:lpstr>
      <vt:lpstr>Calibri</vt:lpstr>
      <vt:lpstr>Microsoft YaHei</vt:lpstr>
      <vt:lpstr>Arial Unicode MS</vt:lpstr>
      <vt:lpstr>Office Theme</vt:lpstr>
      <vt:lpstr>Student Information Management System</vt:lpstr>
      <vt:lpstr>PowerPoint 演示文稿</vt:lpstr>
      <vt:lpstr>Background Information</vt:lpstr>
      <vt:lpstr>Changes in Requirement</vt:lpstr>
      <vt:lpstr>Product Scope</vt:lpstr>
      <vt:lpstr>Site Map</vt:lpstr>
      <vt:lpstr>UI Demo</vt:lpstr>
      <vt:lpstr>Future work</vt:lpstr>
      <vt:lpstr>Thank you for listening!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Information Management System</dc:title>
  <dc:creator>user</dc:creator>
  <cp:lastModifiedBy>hello</cp:lastModifiedBy>
  <cp:revision>42</cp:revision>
  <dcterms:created xsi:type="dcterms:W3CDTF">2006-08-16T00:00:00Z</dcterms:created>
  <dcterms:modified xsi:type="dcterms:W3CDTF">2021-02-21T15:49:50Z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