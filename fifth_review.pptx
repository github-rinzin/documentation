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68" d="100"/>
          <a:sy n="68" d="100"/>
        </p:scale>
        <p:origin x="-144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B7BF55-4331-405B-BD3D-A916DA9DD4EF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803850-3974-4A34-8498-CA9FB7558B0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84411-CE80-4393-BC22-731792D8F56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6BA5A-254D-4C01-A5C1-C9457C87A202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C07AE-EECC-4B39-B2AC-B06E310F3617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69D00F-91AD-43A6-9361-AB22366665FE}" type="datetime1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146552-625F-461E-A982-793A12B6DAF8}" type="datetime1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4212E-F36A-40A9-859F-7B0EFF380630}" type="datetime1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6D674-32B0-4689-AB1B-636389CFCA04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66EF3B-70A3-4B13-97EA-E44332BDF0AF}" type="datetime1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51FB7-0011-4112-B16C-C28BEE58E834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10325-AC91-463B-9DEC-6DFD76EF917E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3BC41F-EA4F-43A4-B4D7-7693D03AF8C4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" y="2590800"/>
            <a:ext cx="8803005" cy="1470025"/>
          </a:xfrm>
        </p:spPr>
        <p:txBody>
          <a:bodyPr/>
          <a:lstStyle/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Student Information Management System</a:t>
            </a:r>
            <a:endParaRPr lang="en-US" b="1" dirty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026" name="Picture 2" descr="GCIT"/>
          <p:cNvPicPr>
            <a:picLocks noChangeAspect="1" noChangeArrowheads="1"/>
          </p:cNvPicPr>
          <p:nvPr/>
        </p:nvPicPr>
        <p:blipFill>
          <a:blip r:embed="rId1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1F7737-6EA6-4FBE-AACE-8EEC38063CAC}" type="datetime1">
              <a:rPr lang="en-US" smtClean="0"/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/>
        </p:nvPicPr>
        <p:blipFill>
          <a:blip r:embed="rId1"/>
          <a:srcRect r="1445"/>
          <a:stretch>
            <a:fillRect/>
          </a:stretch>
        </p:blipFill>
        <p:spPr bwMode="auto">
          <a:xfrm>
            <a:off x="0" y="-1"/>
            <a:ext cx="9144000" cy="1447801"/>
          </a:xfrm>
          <a:prstGeom prst="rect">
            <a:avLst/>
          </a:prstGeom>
          <a:noFill/>
        </p:spPr>
      </p:pic>
      <p:sp>
        <p:nvSpPr>
          <p:cNvPr id="8" name="TextBox 7"/>
          <p:cNvSpPr txBox="1"/>
          <p:nvPr/>
        </p:nvSpPr>
        <p:spPr>
          <a:xfrm>
            <a:off x="683260" y="1973580"/>
            <a:ext cx="7594600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Outlines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Background Information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Changes in Requirement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Product Scope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Site Map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Work Progress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UI Demo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342900" indent="-342900">
              <a:buAutoNum type="arabicPeriod"/>
            </a:pP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Future work</a:t>
            </a:r>
            <a:endParaRPr lang="en-US" sz="28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sz="2800" b="1" dirty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1904683"/>
            <a:ext cx="8229600" cy="1143000"/>
          </a:xfrm>
        </p:spPr>
        <p:txBody>
          <a:bodyPr/>
          <a:p>
            <a:pPr algn="l"/>
            <a:r>
              <a:rPr lang="en-US" sz="36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Background Information</a:t>
            </a:r>
            <a:endParaRPr lang="en-US" sz="36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0" y="3276600"/>
            <a:ext cx="4038600" cy="1947545"/>
          </a:xfrm>
        </p:spPr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Introduction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Purpose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Functionalities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599883"/>
            <a:ext cx="8229600" cy="1143000"/>
          </a:xfrm>
        </p:spPr>
        <p:txBody>
          <a:bodyPr/>
          <a:p>
            <a:pPr algn="l"/>
            <a:r>
              <a:rPr lang="en-US" sz="36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Changes in Requirement</a:t>
            </a:r>
            <a:endParaRPr lang="en-US" sz="36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940685"/>
            <a:ext cx="8229600" cy="3185795"/>
          </a:xfrm>
        </p:spPr>
        <p:txBody>
          <a:bodyPr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1599883"/>
            <a:ext cx="8229600" cy="1143000"/>
          </a:xfrm>
        </p:spPr>
        <p:txBody>
          <a:bodyPr/>
          <a:p>
            <a:pPr algn="l"/>
            <a:r>
              <a:rPr lang="en-US" sz="36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Product Scope</a:t>
            </a:r>
            <a:endParaRPr lang="en-US" sz="36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715" y="2968625"/>
            <a:ext cx="8173085" cy="3157855"/>
          </a:xfrm>
        </p:spPr>
        <p:txBody>
          <a:bodyPr/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Introducing digitized student registration system 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>
                <a:latin typeface="Times New Roman" panose="02020603050405020304" charset="0"/>
                <a:cs typeface="Times New Roman" panose="02020603050405020304" charset="0"/>
              </a:rPr>
              <a:t>Replacing paper-based student information management system </a:t>
            </a:r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630" y="1752283"/>
            <a:ext cx="8229600" cy="1143000"/>
          </a:xfrm>
        </p:spPr>
        <p:txBody>
          <a:bodyPr/>
          <a:p>
            <a:pPr algn="l"/>
            <a:r>
              <a:rPr lang="en-US" sz="3600" b="1">
                <a:latin typeface="Times New Roman" panose="02020603050405020304" charset="0"/>
                <a:cs typeface="Times New Roman" panose="02020603050405020304" charset="0"/>
              </a:rPr>
              <a:t>Site Map</a:t>
            </a:r>
            <a:endParaRPr lang="en-US" sz="36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885" y="2894965"/>
            <a:ext cx="8209915" cy="3231515"/>
          </a:xfrm>
        </p:spPr>
        <p:txBody>
          <a:bodyPr/>
          <a:p>
            <a:endParaRPr 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4340" y="1569720"/>
            <a:ext cx="8252460" cy="716280"/>
          </a:xfrm>
        </p:spPr>
        <p:txBody>
          <a:bodyPr/>
          <a:p>
            <a:pPr algn="l"/>
            <a:r>
              <a:rPr lang="en-US" sz="36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Work Progress</a:t>
            </a:r>
            <a:endParaRPr lang="en-US" sz="36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5455" y="2483485"/>
            <a:ext cx="8221345" cy="3642995"/>
          </a:xfrm>
        </p:spPr>
        <p:txBody>
          <a:bodyPr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9900" y="1447800"/>
            <a:ext cx="8216900" cy="837565"/>
          </a:xfrm>
        </p:spPr>
        <p:txBody>
          <a:bodyPr/>
          <a:p>
            <a:pPr algn="l"/>
            <a:r>
              <a:rPr lang="en-US" sz="36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UI Demo</a:t>
            </a:r>
            <a:endParaRPr lang="en-US" sz="36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695" y="2387600"/>
            <a:ext cx="8206105" cy="3738880"/>
          </a:xfrm>
        </p:spPr>
        <p:txBody>
          <a:bodyPr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80" y="1676400"/>
            <a:ext cx="8221345" cy="500380"/>
          </a:xfrm>
        </p:spPr>
        <p:txBody>
          <a:bodyPr>
            <a:noAutofit/>
          </a:bodyPr>
          <a:p>
            <a:pPr algn="l"/>
            <a:r>
              <a:rPr lang="en-US" sz="3600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Future work</a:t>
            </a:r>
            <a:endParaRPr lang="en-US" sz="3600" b="1" dirty="0" smtClean="0">
              <a:solidFill>
                <a:schemeClr val="tx2">
                  <a:lumMod val="50000"/>
                </a:schemeClr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3875" y="2468245"/>
            <a:ext cx="8162925" cy="3658235"/>
          </a:xfrm>
        </p:spPr>
        <p:txBody>
          <a:bodyPr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2742883"/>
            <a:ext cx="8229600" cy="1143000"/>
          </a:xfrm>
        </p:spPr>
        <p:txBody>
          <a:bodyPr>
            <a:normAutofit fontScale="90000"/>
          </a:bodyPr>
          <a:p>
            <a: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  <a:t>Thank you for listening!</a:t>
            </a:r>
            <a:br>
              <a:rPr lang="en-US" b="1" dirty="0" smtClean="0">
                <a:solidFill>
                  <a:schemeClr val="tx2">
                    <a:lumMod val="50000"/>
                  </a:schemeClr>
                </a:solidFill>
                <a:latin typeface="Times New Roman" panose="02020603050405020304" charset="0"/>
                <a:cs typeface="Times New Roman" panose="02020603050405020304" charset="0"/>
              </a:rPr>
            </a:b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9FF40B1-8B0E-4B72-970D-715561CA4C5D}" type="datetime1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 smtClean="0"/>
              <a:t>Student IMS @copyright 2021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F15528-21DE-4FAA-801E-634DDDAF4B2B}" type="slidenum">
              <a:rPr lang="en-US" smtClean="0"/>
            </a:fld>
            <a:endParaRPr lang="en-US"/>
          </a:p>
        </p:txBody>
      </p:sp>
      <p:pic>
        <p:nvPicPr>
          <p:cNvPr id="7" name="Picture 2" descr="GCIT"/>
          <p:cNvPicPr>
            <a:picLocks noChangeAspect="1" noChangeArrowheads="1"/>
          </p:cNvPicPr>
          <p:nvPr>
            <p:ph sz="half" idx="2"/>
          </p:nvPr>
        </p:nvPicPr>
        <p:blipFill>
          <a:blip r:embed="rId1"/>
          <a:srcRect r="1445"/>
          <a:stretch>
            <a:fillRect/>
          </a:stretch>
        </p:blipFill>
        <p:spPr bwMode="auto">
          <a:xfrm>
            <a:off x="-23495" y="0"/>
            <a:ext cx="9168130" cy="1371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696</Words>
  <Application>WPS Presentation</Application>
  <PresentationFormat>On-screen Show (4:3)</PresentationFormat>
  <Paragraphs>95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SimSun</vt:lpstr>
      <vt:lpstr>Wingdings</vt:lpstr>
      <vt:lpstr>Calibri</vt:lpstr>
      <vt:lpstr>Microsoft YaHei</vt:lpstr>
      <vt:lpstr>Arial Unicode MS</vt:lpstr>
      <vt:lpstr>Times New Roman</vt:lpstr>
      <vt:lpstr>Office Theme</vt:lpstr>
      <vt:lpstr>Student Information Management System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Information Management System</dc:title>
  <dc:creator>user</dc:creator>
  <cp:lastModifiedBy>hello</cp:lastModifiedBy>
  <cp:revision>18</cp:revision>
  <dcterms:created xsi:type="dcterms:W3CDTF">2006-08-16T00:00:00Z</dcterms:created>
  <dcterms:modified xsi:type="dcterms:W3CDTF">2021-02-21T15:18:36Z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