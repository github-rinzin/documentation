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1236" y="192"/>
      </p:cViewPr>
      <p:guideLst>
        <p:guide orient="horz" pos="2160"/>
        <p:guide pos="287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B7BF55-4331-405B-BD3D-A916DA9DD4EF}" type="datetimeFigureOut">
              <a:rPr lang="en-US" smtClean="0"/>
              <a:pPr/>
              <a:t>2/21/2021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803850-3974-4A34-8498-CA9FB7558B0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84411-CE80-4393-BC22-731792D8F56D}" type="datetime1">
              <a:rPr lang="en-US" smtClean="0"/>
              <a:pPr/>
              <a:t>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Student IMS @copyright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F40B1-8B0E-4B72-970D-715561CA4C5D}" type="datetime1">
              <a:rPr lang="en-US" smtClean="0"/>
              <a:pPr/>
              <a:t>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Student IMS @copyright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6BA5A-254D-4C01-A5C1-C9457C87A202}" type="datetime1">
              <a:rPr lang="en-US" smtClean="0"/>
              <a:pPr/>
              <a:t>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Student IMS @copyright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C07AE-EECC-4B39-B2AC-B06E310F3617}" type="datetime1">
              <a:rPr lang="en-US" smtClean="0"/>
              <a:pPr/>
              <a:t>2/21/2021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Student IMS @copyright 2021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9D00F-91AD-43A6-9361-AB22366665FE}" type="datetime1">
              <a:rPr lang="en-US" smtClean="0"/>
              <a:pPr/>
              <a:t>2/21/2021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Student IMS @copyright 2021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46552-625F-461E-A982-793A12B6DAF8}" type="datetime1">
              <a:rPr lang="en-US" smtClean="0"/>
              <a:pPr/>
              <a:t>2/21/2021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Student IMS @copyright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4212E-F36A-40A9-859F-7B0EFF380630}" type="datetime1">
              <a:rPr lang="en-US" smtClean="0"/>
              <a:pPr/>
              <a:t>2/21/2021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Student IMS @copyright 2021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6D674-32B0-4689-AB1B-636389CFCA04}" type="datetime1">
              <a:rPr lang="en-US" smtClean="0"/>
              <a:pPr/>
              <a:t>2/21/2021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Student IMS @copyright 2021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EF3B-70A3-4B13-97EA-E44332BDF0AF}" type="datetime1">
              <a:rPr lang="en-US" smtClean="0"/>
              <a:pPr/>
              <a:t>2/21/2021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Student IMS @copyright 2021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51FB7-0011-4112-B16C-C28BEE58E834}" type="datetime1">
              <a:rPr lang="en-US" smtClean="0"/>
              <a:pPr/>
              <a:t>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Student IMS @copyright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10325-AC91-463B-9DEC-6DFD76EF917E}" type="datetime1">
              <a:rPr lang="en-US" smtClean="0"/>
              <a:pPr/>
              <a:t>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Student IMS @copyright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3BC41F-EA4F-43A4-B4D7-7693D03AF8C4}" type="datetime1">
              <a:rPr lang="en-US" smtClean="0"/>
              <a:pPr/>
              <a:t>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Student IMS @copyright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" y="2590800"/>
            <a:ext cx="8803005" cy="1470025"/>
          </a:xfrm>
        </p:spPr>
        <p:txBody>
          <a:bodyPr/>
          <a:lstStyle/>
          <a:p>
            <a:r>
              <a:rPr lang="en-US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Student Information Management System</a:t>
            </a:r>
            <a:endParaRPr lang="en-US" b="1" dirty="0">
              <a:solidFill>
                <a:schemeClr val="tx2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26" name="Picture 2" descr="GCIT"/>
          <p:cNvPicPr>
            <a:picLocks noChangeAspect="1" noChangeArrowheads="1"/>
          </p:cNvPicPr>
          <p:nvPr/>
        </p:nvPicPr>
        <p:blipFill>
          <a:blip r:embed="rId2"/>
          <a:srcRect r="1445"/>
          <a:stretch>
            <a:fillRect/>
          </a:stretch>
        </p:blipFill>
        <p:spPr bwMode="auto">
          <a:xfrm>
            <a:off x="0" y="-1"/>
            <a:ext cx="9144000" cy="1447801"/>
          </a:xfrm>
          <a:prstGeom prst="rect">
            <a:avLst/>
          </a:prstGeom>
          <a:noFill/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F7737-6EA6-4FBE-AACE-8EEC38063CAC}" type="datetime1">
              <a:rPr lang="en-US" smtClean="0"/>
              <a:pPr/>
              <a:t>2/21/2021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Student IMS @copyright 2021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F40B1-8B0E-4B72-970D-715561CA4C5D}" type="datetime1">
              <a:rPr lang="en-US" smtClean="0"/>
              <a:pPr/>
              <a:t>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Student IMS @copyright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7" name="Picture 2" descr="GCIT"/>
          <p:cNvPicPr>
            <a:picLocks noChangeAspect="1" noChangeArrowheads="1"/>
          </p:cNvPicPr>
          <p:nvPr/>
        </p:nvPicPr>
        <p:blipFill>
          <a:blip r:embed="rId2"/>
          <a:srcRect r="1445"/>
          <a:stretch>
            <a:fillRect/>
          </a:stretch>
        </p:blipFill>
        <p:spPr bwMode="auto">
          <a:xfrm>
            <a:off x="0" y="-1"/>
            <a:ext cx="9144000" cy="1447801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683260" y="1973580"/>
            <a:ext cx="7594600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Outlines</a:t>
            </a:r>
          </a:p>
          <a:p>
            <a:pPr marL="342900" indent="-342900">
              <a:buAutoNum type="arabicPeriod"/>
            </a:pP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Background Information</a:t>
            </a:r>
          </a:p>
          <a:p>
            <a:pPr marL="342900" indent="-342900">
              <a:buAutoNum type="arabicPeriod"/>
            </a:pP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Changes in Requirement</a:t>
            </a:r>
          </a:p>
          <a:p>
            <a:pPr marL="342900" indent="-342900">
              <a:buAutoNum type="arabicPeriod"/>
            </a:pP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Product Scope</a:t>
            </a:r>
          </a:p>
          <a:p>
            <a:pPr marL="342900" indent="-342900">
              <a:buAutoNum type="arabicPeriod"/>
            </a:pP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Site Map</a:t>
            </a:r>
          </a:p>
          <a:p>
            <a:pPr marL="342900" indent="-342900">
              <a:buAutoNum type="arabicPeriod"/>
            </a:pP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UI Demo</a:t>
            </a:r>
          </a:p>
          <a:p>
            <a:pPr marL="342900" indent="-342900">
              <a:buAutoNum type="arabicPeriod"/>
            </a:pP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Work progress</a:t>
            </a:r>
          </a:p>
          <a:p>
            <a:endParaRPr lang="en-US" sz="2800" b="1" dirty="0">
              <a:solidFill>
                <a:schemeClr val="tx2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925" y="1905000"/>
            <a:ext cx="8169275" cy="720090"/>
          </a:xfrm>
        </p:spPr>
        <p:txBody>
          <a:bodyPr/>
          <a:lstStyle/>
          <a:p>
            <a:pPr algn="l"/>
            <a:r>
              <a:rPr lang="en-US" sz="32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Background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5620" y="2889885"/>
            <a:ext cx="4056380" cy="2334260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</a:p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Purpose</a:t>
            </a:r>
          </a:p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Functionalities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F40B1-8B0E-4B72-970D-715561CA4C5D}" type="datetime1">
              <a:rPr lang="en-US" smtClean="0"/>
              <a:pPr/>
              <a:t>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Student IMS @copyright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7" name="Picture 2" descr="GCIT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 r="1445"/>
          <a:stretch>
            <a:fillRect/>
          </a:stretch>
        </p:blipFill>
        <p:spPr bwMode="auto">
          <a:xfrm>
            <a:off x="-23495" y="0"/>
            <a:ext cx="9168130" cy="1371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690" y="1600200"/>
            <a:ext cx="8246110" cy="777240"/>
          </a:xfrm>
        </p:spPr>
        <p:txBody>
          <a:bodyPr/>
          <a:lstStyle/>
          <a:p>
            <a:pPr algn="l"/>
            <a:r>
              <a:rPr lang="en-US" sz="32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Changes in Requirement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905" y="2645410"/>
            <a:ext cx="8176895" cy="348107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4.1 Student Registration</a:t>
            </a:r>
          </a:p>
          <a:p>
            <a:pPr lvl="1">
              <a:buFont typeface="Wingdings" panose="05000000000000000000" charset="0"/>
              <a:buChar char="ü"/>
            </a:pP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Approval of students is done by class teacher</a:t>
            </a:r>
          </a:p>
          <a:p>
            <a:pPr marL="332740" lvl="1" indent="-285115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4.2 Class Teacher Account Management </a:t>
            </a:r>
          </a:p>
          <a:p>
            <a:pPr marL="504825" lvl="1" indent="222250" defTabSz="914400">
              <a:buFont typeface="Wingdings" panose="05000000000000000000" charset="0"/>
              <a:buChar char="ü"/>
              <a:tabLst>
                <a:tab pos="457200" algn="l"/>
              </a:tabLst>
            </a:pP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Edit action for admin</a:t>
            </a:r>
          </a:p>
          <a:p>
            <a:pPr marL="423545" lvl="1" indent="-379730" defTabSz="914400"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4.3 Student Personal Detail Management	</a:t>
            </a:r>
          </a:p>
          <a:p>
            <a:pPr marL="500380" lvl="1" indent="-15875" defTabSz="914400">
              <a:buFont typeface="Wingdings" panose="05000000000000000000" charset="0"/>
              <a:buChar char="ü"/>
              <a:tabLst>
                <a:tab pos="228600" algn="l"/>
              </a:tabLst>
            </a:pP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Edit action for admin</a:t>
            </a:r>
          </a:p>
          <a:p>
            <a:pPr marL="500380" lvl="1" indent="-15875" defTabSz="914400">
              <a:buFont typeface="Wingdings" panose="05000000000000000000" charset="0"/>
              <a:buChar char="ü"/>
              <a:tabLst>
                <a:tab pos="228600" algn="l"/>
              </a:tabLst>
            </a:pP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Create action for student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F40B1-8B0E-4B72-970D-715561CA4C5D}" type="datetime1">
              <a:rPr lang="en-US" smtClean="0"/>
              <a:pPr/>
              <a:t>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Student IMS @copyright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Picture 2" descr="GCIT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 r="1445"/>
          <a:stretch>
            <a:fillRect/>
          </a:stretch>
        </p:blipFill>
        <p:spPr bwMode="auto">
          <a:xfrm>
            <a:off x="-23495" y="0"/>
            <a:ext cx="9168130" cy="1371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863090"/>
            <a:ext cx="8250555" cy="614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Product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715" y="2968625"/>
            <a:ext cx="8173085" cy="3157855"/>
          </a:xfrm>
        </p:spPr>
        <p:txBody>
          <a:bodyPr/>
          <a:lstStyle/>
          <a:p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The end product should be able to manage student detail such as :-</a:t>
            </a:r>
          </a:p>
          <a:p>
            <a:pPr lvl="1"/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Attendance</a:t>
            </a:r>
          </a:p>
          <a:p>
            <a:pPr lvl="1"/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Statement</a:t>
            </a:r>
          </a:p>
          <a:p>
            <a:pPr lvl="1"/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Result</a:t>
            </a:r>
          </a:p>
          <a:p>
            <a:pPr lvl="1"/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Bio data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F40B1-8B0E-4B72-970D-715561CA4C5D}" type="datetime1">
              <a:rPr lang="en-US" smtClean="0"/>
              <a:pPr/>
              <a:t>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Student IMS @copyright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7" name="Picture 2" descr="GCIT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 r="1445"/>
          <a:stretch>
            <a:fillRect/>
          </a:stretch>
        </p:blipFill>
        <p:spPr bwMode="auto">
          <a:xfrm>
            <a:off x="-23495" y="0"/>
            <a:ext cx="9168130" cy="1371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F40B1-8B0E-4B72-970D-715561CA4C5D}" type="datetime1">
              <a:rPr lang="en-US" smtClean="0"/>
              <a:pPr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Student IMS @copyright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Picture 2" descr="GCIT"/>
          <p:cNvPicPr>
            <a:picLocks noChangeAspect="1" noChangeArrowheads="1"/>
          </p:cNvPicPr>
          <p:nvPr/>
        </p:nvPicPr>
        <p:blipFill>
          <a:blip r:embed="rId2"/>
          <a:srcRect r="1445"/>
          <a:stretch>
            <a:fillRect/>
          </a:stretch>
        </p:blipFill>
        <p:spPr bwMode="auto">
          <a:xfrm>
            <a:off x="-23495" y="0"/>
            <a:ext cx="9168130" cy="13716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2651056" y="2819400"/>
            <a:ext cx="374974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72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Site Map</a:t>
            </a:r>
            <a:endParaRPr lang="en-US" sz="7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F40B1-8B0E-4B72-970D-715561CA4C5D}" type="datetime1">
              <a:rPr lang="en-US" smtClean="0"/>
              <a:pPr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Student IMS @copyright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733800" y="152400"/>
            <a:ext cx="1371600" cy="457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0. SIMS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4800" y="1066800"/>
            <a:ext cx="1981200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0. 1  Admin Dashboard 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429000" y="1066800"/>
            <a:ext cx="1981200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0.2  Student Dashboard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1219200"/>
            <a:ext cx="1981200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0. 3  Class Teacher Dashboard </a:t>
            </a:r>
          </a:p>
        </p:txBody>
      </p:sp>
      <p:cxnSp>
        <p:nvCxnSpPr>
          <p:cNvPr id="14" name="Elbow Connector 13"/>
          <p:cNvCxnSpPr>
            <a:stCxn id="8" idx="2"/>
            <a:endCxn id="9" idx="0"/>
          </p:cNvCxnSpPr>
          <p:nvPr/>
        </p:nvCxnSpPr>
        <p:spPr>
          <a:xfrm rot="5400000">
            <a:off x="2628900" y="-723900"/>
            <a:ext cx="457200" cy="31242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Elbow Connector 15"/>
          <p:cNvCxnSpPr>
            <a:stCxn id="8" idx="2"/>
            <a:endCxn id="12" idx="0"/>
          </p:cNvCxnSpPr>
          <p:nvPr/>
        </p:nvCxnSpPr>
        <p:spPr>
          <a:xfrm rot="16200000" flipH="1">
            <a:off x="5943600" y="-914400"/>
            <a:ext cx="609600" cy="36576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" idx="2"/>
            <a:endCxn id="11" idx="0"/>
          </p:cNvCxnSpPr>
          <p:nvPr/>
        </p:nvCxnSpPr>
        <p:spPr>
          <a:xfrm rot="5400000">
            <a:off x="4191000" y="838200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81000" y="1981200"/>
            <a:ext cx="18288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Attendance</a:t>
            </a:r>
            <a:endParaRPr lang="en-US" b="1" dirty="0" smtClean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81000" y="2590800"/>
            <a:ext cx="16764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Student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3200400"/>
            <a:ext cx="16764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Result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1000" y="3810000"/>
            <a:ext cx="16764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Statement</a:t>
            </a:r>
          </a:p>
        </p:txBody>
      </p:sp>
      <p:cxnSp>
        <p:nvCxnSpPr>
          <p:cNvPr id="30" name="Elbow Connector 29"/>
          <p:cNvCxnSpPr>
            <a:stCxn id="9" idx="1"/>
            <a:endCxn id="22" idx="1"/>
          </p:cNvCxnSpPr>
          <p:nvPr/>
        </p:nvCxnSpPr>
        <p:spPr>
          <a:xfrm rot="10800000" flipH="1" flipV="1">
            <a:off x="304800" y="1371600"/>
            <a:ext cx="76200" cy="1371600"/>
          </a:xfrm>
          <a:prstGeom prst="bentConnector3">
            <a:avLst>
              <a:gd name="adj1" fmla="val -300000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" name="Elbow Connector 31"/>
          <p:cNvCxnSpPr>
            <a:stCxn id="9" idx="1"/>
            <a:endCxn id="23" idx="1"/>
          </p:cNvCxnSpPr>
          <p:nvPr/>
        </p:nvCxnSpPr>
        <p:spPr>
          <a:xfrm rot="10800000" flipH="1" flipV="1">
            <a:off x="304800" y="1371600"/>
            <a:ext cx="76200" cy="1981200"/>
          </a:xfrm>
          <a:prstGeom prst="bentConnector3">
            <a:avLst>
              <a:gd name="adj1" fmla="val -300000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9" idx="1"/>
            <a:endCxn id="24" idx="1"/>
          </p:cNvCxnSpPr>
          <p:nvPr/>
        </p:nvCxnSpPr>
        <p:spPr>
          <a:xfrm rot="10800000" flipH="1" flipV="1">
            <a:off x="304800" y="1371600"/>
            <a:ext cx="76200" cy="2590800"/>
          </a:xfrm>
          <a:prstGeom prst="bentConnector3">
            <a:avLst>
              <a:gd name="adj1" fmla="val -300000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stCxn id="9" idx="1"/>
            <a:endCxn id="21" idx="1"/>
          </p:cNvCxnSpPr>
          <p:nvPr/>
        </p:nvCxnSpPr>
        <p:spPr>
          <a:xfrm rot="10800000" flipH="1" flipV="1">
            <a:off x="304800" y="1371600"/>
            <a:ext cx="76200" cy="800100"/>
          </a:xfrm>
          <a:prstGeom prst="bentConnector3">
            <a:avLst>
              <a:gd name="adj1" fmla="val -300000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3505200" y="1981200"/>
            <a:ext cx="17526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Attendance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05200" y="2590800"/>
            <a:ext cx="16764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Student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05200" y="3200400"/>
            <a:ext cx="16764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05200" y="3810000"/>
            <a:ext cx="16764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Statement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62800" y="2133600"/>
            <a:ext cx="17526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Attendance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62800" y="2743200"/>
            <a:ext cx="16764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Student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62800" y="3352800"/>
            <a:ext cx="16764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Result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62800" y="3962400"/>
            <a:ext cx="16764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Statement</a:t>
            </a:r>
          </a:p>
        </p:txBody>
      </p:sp>
      <p:cxnSp>
        <p:nvCxnSpPr>
          <p:cNvPr id="46" name="Elbow Connector 45"/>
          <p:cNvCxnSpPr/>
          <p:nvPr/>
        </p:nvCxnSpPr>
        <p:spPr>
          <a:xfrm rot="10800000" flipH="1" flipV="1">
            <a:off x="3429000" y="1371600"/>
            <a:ext cx="76200" cy="1371600"/>
          </a:xfrm>
          <a:prstGeom prst="bentConnector3">
            <a:avLst>
              <a:gd name="adj1" fmla="val -300000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7" name="Elbow Connector 46"/>
          <p:cNvCxnSpPr/>
          <p:nvPr/>
        </p:nvCxnSpPr>
        <p:spPr>
          <a:xfrm rot="10800000" flipH="1" flipV="1">
            <a:off x="3429000" y="1371600"/>
            <a:ext cx="76200" cy="1981200"/>
          </a:xfrm>
          <a:prstGeom prst="bentConnector3">
            <a:avLst>
              <a:gd name="adj1" fmla="val -300000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8" name="Elbow Connector 47"/>
          <p:cNvCxnSpPr/>
          <p:nvPr/>
        </p:nvCxnSpPr>
        <p:spPr>
          <a:xfrm rot="10800000" flipH="1" flipV="1">
            <a:off x="3429000" y="1371600"/>
            <a:ext cx="76200" cy="2590800"/>
          </a:xfrm>
          <a:prstGeom prst="bentConnector3">
            <a:avLst>
              <a:gd name="adj1" fmla="val -300000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9" name="Elbow Connector 48"/>
          <p:cNvCxnSpPr/>
          <p:nvPr/>
        </p:nvCxnSpPr>
        <p:spPr>
          <a:xfrm rot="10800000" flipH="1" flipV="1">
            <a:off x="3429000" y="1371600"/>
            <a:ext cx="76200" cy="800100"/>
          </a:xfrm>
          <a:prstGeom prst="bentConnector3">
            <a:avLst>
              <a:gd name="adj1" fmla="val -300000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1" name="Elbow Connector 50"/>
          <p:cNvCxnSpPr/>
          <p:nvPr/>
        </p:nvCxnSpPr>
        <p:spPr>
          <a:xfrm rot="10800000" flipH="1" flipV="1">
            <a:off x="7086600" y="1524000"/>
            <a:ext cx="76200" cy="1371600"/>
          </a:xfrm>
          <a:prstGeom prst="bentConnector3">
            <a:avLst>
              <a:gd name="adj1" fmla="val -300000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2" name="Elbow Connector 51"/>
          <p:cNvCxnSpPr/>
          <p:nvPr/>
        </p:nvCxnSpPr>
        <p:spPr>
          <a:xfrm rot="10800000" flipH="1" flipV="1">
            <a:off x="7086600" y="1524000"/>
            <a:ext cx="76200" cy="1981200"/>
          </a:xfrm>
          <a:prstGeom prst="bentConnector3">
            <a:avLst>
              <a:gd name="adj1" fmla="val -300000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3" name="Elbow Connector 52"/>
          <p:cNvCxnSpPr/>
          <p:nvPr/>
        </p:nvCxnSpPr>
        <p:spPr>
          <a:xfrm rot="10800000" flipH="1" flipV="1">
            <a:off x="7086600" y="1524000"/>
            <a:ext cx="76200" cy="2590800"/>
          </a:xfrm>
          <a:prstGeom prst="bentConnector3">
            <a:avLst>
              <a:gd name="adj1" fmla="val -300000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Elbow Connector 53"/>
          <p:cNvCxnSpPr/>
          <p:nvPr/>
        </p:nvCxnSpPr>
        <p:spPr>
          <a:xfrm rot="10800000" flipH="1" flipV="1">
            <a:off x="7086600" y="1524000"/>
            <a:ext cx="76200" cy="800100"/>
          </a:xfrm>
          <a:prstGeom prst="bentConnector3">
            <a:avLst>
              <a:gd name="adj1" fmla="val -300000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900" y="1447800"/>
            <a:ext cx="8216900" cy="837565"/>
          </a:xfrm>
        </p:spPr>
        <p:txBody>
          <a:bodyPr/>
          <a:lstStyle/>
          <a:p>
            <a:pPr algn="l"/>
            <a:r>
              <a:rPr lang="en-US" sz="32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UI Demo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F40B1-8B0E-4B72-970D-715561CA4C5D}" type="datetime1">
              <a:rPr lang="en-US" smtClean="0"/>
              <a:pPr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Student IMS @copyright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Picture 2" descr="GCIT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 r="1445"/>
          <a:stretch>
            <a:fillRect/>
          </a:stretch>
        </p:blipFill>
        <p:spPr bwMode="auto">
          <a:xfrm>
            <a:off x="-23495" y="0"/>
            <a:ext cx="9168130" cy="1371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" y="1676400"/>
            <a:ext cx="8221345" cy="500380"/>
          </a:xfrm>
        </p:spPr>
        <p:txBody>
          <a:bodyPr>
            <a:noAutofit/>
          </a:bodyPr>
          <a:lstStyle/>
          <a:p>
            <a:pPr algn="l"/>
            <a:r>
              <a:rPr lang="en-US" sz="32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Work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875" y="2468245"/>
            <a:ext cx="8162925" cy="3658235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Frontend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Future </a:t>
            </a:r>
            <a:r>
              <a:rPr lang="en-US" sz="24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work</a:t>
            </a:r>
          </a:p>
          <a:p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Creating Migration and Models,</a:t>
            </a:r>
          </a:p>
          <a:p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Seeding database,</a:t>
            </a:r>
          </a:p>
          <a:p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Generating resource controllers,</a:t>
            </a:r>
            <a:endParaRPr lang="en-US" sz="2400" dirty="0" smtClean="0">
              <a:solidFill>
                <a:schemeClr val="tx2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Gates and policy,</a:t>
            </a:r>
            <a:endParaRPr lang="en-US" sz="2400" dirty="0" smtClean="0">
              <a:solidFill>
                <a:schemeClr val="tx2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2400" dirty="0">
              <a:solidFill>
                <a:schemeClr val="tx2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F40B1-8B0E-4B72-970D-715561CA4C5D}" type="datetime1">
              <a:rPr lang="en-US" smtClean="0"/>
              <a:pPr/>
              <a:t>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Student IMS @copyright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2" descr="GCIT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 r="1445"/>
          <a:stretch>
            <a:fillRect/>
          </a:stretch>
        </p:blipFill>
        <p:spPr bwMode="auto">
          <a:xfrm>
            <a:off x="-23495" y="0"/>
            <a:ext cx="9168130" cy="1371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2883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Thank you for listening!</a:t>
            </a:r>
            <a:br>
              <a:rPr lang="en-US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F40B1-8B0E-4B72-970D-715561CA4C5D}" type="datetime1">
              <a:rPr lang="en-US" smtClean="0"/>
              <a:pPr/>
              <a:t>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Student IMS @copyright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7" name="Picture 2" descr="GCIT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 r="1445"/>
          <a:stretch>
            <a:fillRect/>
          </a:stretch>
        </p:blipFill>
        <p:spPr bwMode="auto">
          <a:xfrm>
            <a:off x="-23495" y="0"/>
            <a:ext cx="9168130" cy="1371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202</Words>
  <Application>WPS Presentation</Application>
  <PresentationFormat>On-screen Show (4:3)</PresentationFormat>
  <Paragraphs>82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Student Information Management System</vt:lpstr>
      <vt:lpstr>Slide 2</vt:lpstr>
      <vt:lpstr>Background Information</vt:lpstr>
      <vt:lpstr>Changes in Requirement</vt:lpstr>
      <vt:lpstr>Product Scope</vt:lpstr>
      <vt:lpstr>Slide 6</vt:lpstr>
      <vt:lpstr>Slide 7</vt:lpstr>
      <vt:lpstr>UI Demo</vt:lpstr>
      <vt:lpstr>Work progress</vt:lpstr>
      <vt:lpstr>Thank you for listening!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Information Management System</dc:title>
  <dc:creator>user</dc:creator>
  <cp:lastModifiedBy>user</cp:lastModifiedBy>
  <cp:revision>52</cp:revision>
  <dcterms:created xsi:type="dcterms:W3CDTF">2006-08-16T00:00:00Z</dcterms:created>
  <dcterms:modified xsi:type="dcterms:W3CDTF">2021-02-22T03:58:42Z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1033-11.2.0.9937</vt:lpwstr>
  </property>
</Properties>
</file>