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7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" y="2590800"/>
            <a:ext cx="8803005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83260" y="1973580"/>
            <a:ext cx="759460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Outlines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Background Information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Changes in Requirement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Product Scope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 Progress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UI Demo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925" y="1905000"/>
            <a:ext cx="8169275" cy="720090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Background Information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5620" y="2889885"/>
            <a:ext cx="4056380" cy="2334260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Purpose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Functionalities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690" y="1600200"/>
            <a:ext cx="8246110" cy="777240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Changes in Requirement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905" y="2645410"/>
            <a:ext cx="8176895" cy="3481070"/>
          </a:xfrm>
        </p:spPr>
        <p:txBody>
          <a:bodyPr>
            <a:norm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4.1 Student Registration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Wingdings" panose="05000000000000000000" charset="0"/>
              <a:buChar char="ü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Approval of students is done by class teacher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32740" lvl="1" indent="-285115">
              <a:buFont typeface="Arial" panose="020B0604020202020204" pitchFamily="34" charset="0"/>
              <a:buChar char="•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4.2 Class Teacher Account Management 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4825" lvl="1" indent="222250" defTabSz="914400">
              <a:buFont typeface="Wingdings" panose="05000000000000000000" charset="0"/>
              <a:buChar char="ü"/>
              <a:tabLst>
                <a:tab pos="4572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Edit action for admin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499745" lvl="1" indent="-456565" defTabSz="91440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4.3 Student Personal Detail Management	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Edit action for admin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Create action for student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863090"/>
            <a:ext cx="8250555" cy="614680"/>
          </a:xfrm>
        </p:spPr>
        <p:txBody>
          <a:bodyPr>
            <a:normAutofit fontScale="90000"/>
          </a:bodyPr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Product Scope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715" y="2968625"/>
            <a:ext cx="8173085" cy="3157855"/>
          </a:xfrm>
        </p:spPr>
        <p:txBody>
          <a:bodyPr/>
          <a:p>
            <a:r>
              <a:rPr lang="en-US" sz="2800">
                <a:latin typeface="Times New Roman" panose="02020603050405020304" charset="0"/>
                <a:cs typeface="Times New Roman" panose="02020603050405020304" charset="0"/>
              </a:rPr>
              <a:t>Introducing digitized student registration system </a:t>
            </a:r>
            <a:endParaRPr lang="en-US" sz="28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sz="2800">
                <a:latin typeface="Times New Roman" panose="02020603050405020304" charset="0"/>
                <a:cs typeface="Times New Roman" panose="02020603050405020304" charset="0"/>
              </a:rPr>
              <a:t>Replacing paper-based student information management system </a:t>
            </a:r>
            <a:endParaRPr lang="en-US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370" y="1676400"/>
            <a:ext cx="8322945" cy="761365"/>
          </a:xfrm>
        </p:spPr>
        <p:txBody>
          <a:bodyPr/>
          <a:p>
            <a:pPr algn="l"/>
            <a:r>
              <a:rPr lang="en-US" sz="3200" b="1"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3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370" y="2599690"/>
            <a:ext cx="8266430" cy="3526790"/>
          </a:xfrm>
        </p:spPr>
        <p:txBody>
          <a:bodyPr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340" y="1569720"/>
            <a:ext cx="8252460" cy="716280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 Progress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455" y="2483485"/>
            <a:ext cx="8221345" cy="3642995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1447800"/>
            <a:ext cx="8216900" cy="837565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UI Demo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695" y="2387600"/>
            <a:ext cx="8206105" cy="3738880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" y="1676400"/>
            <a:ext cx="8221345" cy="500380"/>
          </a:xfrm>
        </p:spPr>
        <p:txBody>
          <a:bodyPr>
            <a:noAutofit/>
          </a:bodyPr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Future work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875" y="2468245"/>
            <a:ext cx="8162925" cy="3658235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742883"/>
            <a:ext cx="8229600" cy="1143000"/>
          </a:xfrm>
        </p:spPr>
        <p:txBody>
          <a:bodyPr>
            <a:normAutofit fontScale="90000"/>
          </a:bodyPr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listening!</a:t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WPS Presentation</Application>
  <PresentationFormat>On-screen Show (4:3)</PresentationFormat>
  <Paragraphs>103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SimSun</vt:lpstr>
      <vt:lpstr>Wingdings</vt:lpstr>
      <vt:lpstr>Calibri</vt:lpstr>
      <vt:lpstr>Microsoft YaHei</vt:lpstr>
      <vt:lpstr>Arial Unicode MS</vt:lpstr>
      <vt:lpstr>Times New Roman</vt:lpstr>
      <vt:lpstr>Wingdings</vt:lpstr>
      <vt:lpstr>Office Theme</vt:lpstr>
      <vt:lpstr>Student Information Management System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hello</cp:lastModifiedBy>
  <cp:revision>29</cp:revision>
  <dcterms:created xsi:type="dcterms:W3CDTF">2006-08-16T00:00:00Z</dcterms:created>
  <dcterms:modified xsi:type="dcterms:W3CDTF">2021-02-21T15:34:39Z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