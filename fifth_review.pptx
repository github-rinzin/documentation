
<file path=[Content_Types].xml><?xml version="1.0" encoding="utf-8"?>
<Types xmlns="http://schemas.openxmlformats.org/package/2006/content-types"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Default Extension="png" ContentType="image/png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"/>
  </p:notesMasterIdLst>
  <p:sldIdLst>
    <p:sldId id="256" r:id="rId2"/>
    <p:sldId id="257" r:id="rId3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howOutlineIcons="0">
    <p:restoredLeft sz="15620"/>
    <p:restoredTop sz="94660"/>
  </p:normalViewPr>
  <p:slideViewPr>
    <p:cSldViewPr>
      <p:cViewPr varScale="1">
        <p:scale>
          <a:sx n="68" d="100"/>
          <a:sy n="68" d="100"/>
        </p:scale>
        <p:origin x="-1446" y="-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8028800" cy="780288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7B7BF55-4331-405B-BD3D-A916DA9DD4EF}" type="datetimeFigureOut">
              <a:rPr lang="en-US" smtClean="0"/>
              <a:t>2/21/2021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3803850-3974-4A34-8498-CA9FB7558B04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484411-CE80-4393-BC22-731792D8F56D}" type="datetime1">
              <a:rPr lang="en-US" smtClean="0"/>
              <a:t>2/21/2021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mtClean="0"/>
              <a:t>Student IMS @copyright 2021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FF40B1-8B0E-4B72-970D-715561CA4C5D}" type="datetime1">
              <a:rPr lang="en-US" smtClean="0"/>
              <a:t>2/21/2021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mtClean="0"/>
              <a:t>Student IMS @copyright 2021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56BA5A-254D-4C01-A5C1-C9457C87A202}" type="datetime1">
              <a:rPr lang="en-US" smtClean="0"/>
              <a:t>2/21/2021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mtClean="0"/>
              <a:t>Student IMS @copyright 2021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FC07AE-EECC-4B39-B2AC-B06E310F3617}" type="datetime1">
              <a:rPr lang="en-US" smtClean="0"/>
              <a:t>2/21/2021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mtClean="0"/>
              <a:t>Student IMS @copyright 2021</a:t>
            </a: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69D00F-91AD-43A6-9361-AB22366665FE}" type="datetime1">
              <a:rPr lang="en-US" smtClean="0"/>
              <a:t>2/21/2021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mtClean="0"/>
              <a:t>Student IMS @copyright 2021</a:t>
            </a:r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146552-625F-461E-A982-793A12B6DAF8}" type="datetime1">
              <a:rPr lang="en-US" smtClean="0"/>
              <a:t>2/21/2021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mtClean="0"/>
              <a:t>Student IMS @copyright 2021</a:t>
            </a:r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E4212E-F36A-40A9-859F-7B0EFF380630}" type="datetime1">
              <a:rPr lang="en-US" smtClean="0"/>
              <a:t>2/21/2021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mtClean="0"/>
              <a:t>Student IMS @copyright 2021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56D674-32B0-4689-AB1B-636389CFCA04}" type="datetime1">
              <a:rPr lang="en-US" smtClean="0"/>
              <a:t>2/21/2021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mtClean="0"/>
              <a:t>Student IMS @copyright 2021</a:t>
            </a: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66EF3B-70A3-4B13-97EA-E44332BDF0AF}" type="datetime1">
              <a:rPr lang="en-US" smtClean="0"/>
              <a:t>2/21/2021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mtClean="0"/>
              <a:t>Student IMS @copyright 2021</a:t>
            </a: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A51FB7-0011-4112-B16C-C28BEE58E834}" type="datetime1">
              <a:rPr lang="en-US" smtClean="0"/>
              <a:t>2/21/2021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mtClean="0"/>
              <a:t>Student IMS @copyright 2021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810325-AC91-463B-9DEC-6DFD76EF917E}" type="datetime1">
              <a:rPr lang="en-US" smtClean="0"/>
              <a:t>2/21/2021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mtClean="0"/>
              <a:t>Student IMS @copyright 2021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E3BC41F-EA4F-43A4-B4D7-7693D03AF8C4}" type="datetime1">
              <a:rPr lang="en-US" smtClean="0"/>
              <a:t>2/21/2021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smtClean="0"/>
              <a:t>Student IMS @copyright 2021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895600"/>
            <a:ext cx="7772400" cy="1470025"/>
          </a:xfrm>
        </p:spPr>
        <p:txBody>
          <a:bodyPr/>
          <a:lstStyle/>
          <a:p>
            <a:r>
              <a:rPr lang="en-US" b="1" dirty="0" smtClean="0">
                <a:solidFill>
                  <a:schemeClr val="tx2">
                    <a:lumMod val="50000"/>
                  </a:schemeClr>
                </a:solidFill>
              </a:rPr>
              <a:t>Student Information Management System</a:t>
            </a:r>
            <a:endParaRPr lang="en-US" b="1" dirty="0">
              <a:solidFill>
                <a:schemeClr val="tx2">
                  <a:lumMod val="50000"/>
                </a:schemeClr>
              </a:solidFill>
            </a:endParaRPr>
          </a:p>
        </p:txBody>
      </p:sp>
      <p:pic>
        <p:nvPicPr>
          <p:cNvPr id="1026" name="Picture 2" descr="GCIT"/>
          <p:cNvPicPr>
            <a:picLocks noChangeAspect="1" noChangeArrowheads="1"/>
          </p:cNvPicPr>
          <p:nvPr/>
        </p:nvPicPr>
        <p:blipFill>
          <a:blip r:embed="rId2"/>
          <a:srcRect r="1445"/>
          <a:stretch>
            <a:fillRect/>
          </a:stretch>
        </p:blipFill>
        <p:spPr bwMode="auto">
          <a:xfrm>
            <a:off x="0" y="-1"/>
            <a:ext cx="9144000" cy="1447801"/>
          </a:xfrm>
          <a:prstGeom prst="rect">
            <a:avLst/>
          </a:prstGeom>
          <a:noFill/>
        </p:spPr>
      </p:pic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1F7737-6EA6-4FBE-AACE-8EEC38063CAC}" type="datetime1">
              <a:rPr lang="en-US" smtClean="0"/>
              <a:t>2/21/2021</a:t>
            </a:fld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1</a:t>
            </a:fld>
            <a:endParaRPr lang="en-US"/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mtClean="0"/>
              <a:t>Student IMS @copyright 2021</a:t>
            </a:r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FF40B1-8B0E-4B72-970D-715561CA4C5D}" type="datetime1">
              <a:rPr lang="en-US" smtClean="0"/>
              <a:t>2/21/2021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mtClean="0"/>
              <a:t>Student IMS @copyright 2021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2</a:t>
            </a:fld>
            <a:endParaRPr lang="en-US"/>
          </a:p>
        </p:txBody>
      </p:sp>
      <p:pic>
        <p:nvPicPr>
          <p:cNvPr id="7" name="Picture 2" descr="GCIT"/>
          <p:cNvPicPr>
            <a:picLocks noChangeAspect="1" noChangeArrowheads="1"/>
          </p:cNvPicPr>
          <p:nvPr/>
        </p:nvPicPr>
        <p:blipFill>
          <a:blip r:embed="rId2"/>
          <a:srcRect r="1445"/>
          <a:stretch>
            <a:fillRect/>
          </a:stretch>
        </p:blipFill>
        <p:spPr bwMode="auto">
          <a:xfrm>
            <a:off x="0" y="-1"/>
            <a:ext cx="9144000" cy="1447801"/>
          </a:xfrm>
          <a:prstGeom prst="rect">
            <a:avLst/>
          </a:prstGeom>
          <a:noFill/>
        </p:spPr>
      </p:pic>
      <p:sp>
        <p:nvSpPr>
          <p:cNvPr id="8" name="TextBox 7"/>
          <p:cNvSpPr txBox="1"/>
          <p:nvPr/>
        </p:nvSpPr>
        <p:spPr>
          <a:xfrm>
            <a:off x="1676400" y="1973282"/>
            <a:ext cx="4876800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 smtClean="0">
                <a:solidFill>
                  <a:schemeClr val="tx2">
                    <a:lumMod val="50000"/>
                  </a:schemeClr>
                </a:solidFill>
              </a:rPr>
              <a:t>Outline</a:t>
            </a:r>
          </a:p>
          <a:p>
            <a:pPr marL="342900" indent="-342900">
              <a:buAutoNum type="arabicPeriod"/>
            </a:pPr>
            <a:r>
              <a:rPr lang="en-US" sz="2800" b="1" dirty="0" smtClean="0">
                <a:solidFill>
                  <a:schemeClr val="tx2">
                    <a:lumMod val="50000"/>
                  </a:schemeClr>
                </a:solidFill>
              </a:rPr>
              <a:t>Background Information,</a:t>
            </a:r>
          </a:p>
          <a:p>
            <a:pPr marL="342900" indent="-342900">
              <a:buAutoNum type="arabicPeriod"/>
            </a:pPr>
            <a:r>
              <a:rPr lang="en-US" sz="2800" b="1" dirty="0" smtClean="0">
                <a:solidFill>
                  <a:schemeClr val="tx2">
                    <a:lumMod val="50000"/>
                  </a:schemeClr>
                </a:solidFill>
              </a:rPr>
              <a:t>Changes in Requirement,</a:t>
            </a:r>
          </a:p>
          <a:p>
            <a:pPr marL="342900" indent="-342900">
              <a:buAutoNum type="arabicPeriod"/>
            </a:pPr>
            <a:r>
              <a:rPr lang="en-US" sz="2800" b="1" dirty="0" smtClean="0">
                <a:solidFill>
                  <a:schemeClr val="tx2">
                    <a:lumMod val="50000"/>
                  </a:schemeClr>
                </a:solidFill>
              </a:rPr>
              <a:t>Scope,</a:t>
            </a:r>
          </a:p>
          <a:p>
            <a:pPr marL="342900" indent="-342900">
              <a:buAutoNum type="arabicPeriod"/>
            </a:pPr>
            <a:r>
              <a:rPr lang="en-US" sz="2800" b="1" dirty="0" smtClean="0">
                <a:solidFill>
                  <a:schemeClr val="tx2">
                    <a:lumMod val="50000"/>
                  </a:schemeClr>
                </a:solidFill>
              </a:rPr>
              <a:t>Site Map,</a:t>
            </a:r>
          </a:p>
          <a:p>
            <a:pPr marL="342900" indent="-342900">
              <a:buAutoNum type="arabicPeriod"/>
            </a:pPr>
            <a:r>
              <a:rPr lang="en-US" sz="2800" b="1" dirty="0" smtClean="0">
                <a:solidFill>
                  <a:schemeClr val="tx2">
                    <a:lumMod val="50000"/>
                  </a:schemeClr>
                </a:solidFill>
              </a:rPr>
              <a:t>Work Progress,</a:t>
            </a:r>
          </a:p>
          <a:p>
            <a:pPr marL="342900" indent="-342900">
              <a:buAutoNum type="arabicPeriod"/>
            </a:pPr>
            <a:r>
              <a:rPr lang="en-US" sz="2800" b="1" dirty="0" smtClean="0">
                <a:solidFill>
                  <a:schemeClr val="tx2">
                    <a:lumMod val="50000"/>
                  </a:schemeClr>
                </a:solidFill>
              </a:rPr>
              <a:t>UI Demo, and</a:t>
            </a:r>
          </a:p>
          <a:p>
            <a:pPr marL="342900" indent="-342900">
              <a:buAutoNum type="arabicPeriod"/>
            </a:pPr>
            <a:r>
              <a:rPr lang="en-US" sz="2800" b="1" dirty="0" smtClean="0">
                <a:solidFill>
                  <a:schemeClr val="tx2">
                    <a:lumMod val="50000"/>
                  </a:schemeClr>
                </a:solidFill>
              </a:rPr>
              <a:t>Future work.</a:t>
            </a:r>
          </a:p>
          <a:p>
            <a:endParaRPr lang="en-US" sz="2800" b="1" dirty="0">
              <a:solidFill>
                <a:schemeClr val="tx2">
                  <a:lumMod val="50000"/>
                </a:schemeClr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41</Words>
  <Application>Microsoft Office PowerPoint</Application>
  <PresentationFormat>On-screen Show (4:3)</PresentationFormat>
  <Paragraphs>15</Paragraphs>
  <Slides>2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3" baseType="lpstr">
      <vt:lpstr>Office Theme</vt:lpstr>
      <vt:lpstr>Student Information Management System</vt:lpstr>
      <vt:lpstr>Slide 2</vt:lpstr>
    </vt:vector>
  </TitlesOfParts>
  <Company/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Student Information Management System</dc:title>
  <dc:creator>user</dc:creator>
  <cp:lastModifiedBy>user</cp:lastModifiedBy>
  <cp:revision>2</cp:revision>
  <dcterms:created xsi:type="dcterms:W3CDTF">2006-08-16T00:00:00Z</dcterms:created>
  <dcterms:modified xsi:type="dcterms:W3CDTF">2021-02-21T14:50:33Z</dcterms:modified>
</cp:coreProperties>
</file>