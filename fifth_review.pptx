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9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895600"/>
            <a:ext cx="7772400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Student Information Management System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user</cp:lastModifiedBy>
  <cp:revision>1</cp:revision>
  <dcterms:created xsi:type="dcterms:W3CDTF">2006-08-16T00:00:00Z</dcterms:created>
  <dcterms:modified xsi:type="dcterms:W3CDTF">2021-02-21T14:45:04Z</dcterms:modified>
</cp:coreProperties>
</file>