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80" d="100"/>
          <a:sy n="80" d="100"/>
        </p:scale>
        <p:origin x="-1086" y="174"/>
      </p:cViewPr>
      <p:guideLst>
        <p:guide orient="horz" pos="2160"/>
        <p:guide pos="287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B7BF55-4331-405B-BD3D-A916DA9DD4EF}" type="datetimeFigureOut">
              <a:rPr lang="en-US" smtClean="0"/>
              <a:pPr/>
              <a:t>2/22/2021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803850-3974-4A34-8498-CA9FB7558B0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84411-CE80-4393-BC22-731792D8F56D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6BA5A-254D-4C01-A5C1-C9457C87A202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C07AE-EECC-4B39-B2AC-B06E310F3617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9D00F-91AD-43A6-9361-AB22366665FE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146552-625F-461E-A982-793A12B6DAF8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4212E-F36A-40A9-859F-7B0EFF380630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6D674-32B0-4689-AB1B-636389CFCA04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EF3B-70A3-4B13-97EA-E44332BDF0AF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51FB7-0011-4112-B16C-C28BEE58E834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10325-AC91-463B-9DEC-6DFD76EF917E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3BC41F-EA4F-43A4-B4D7-7693D03AF8C4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" y="2590800"/>
            <a:ext cx="8803005" cy="1470025"/>
          </a:xfrm>
        </p:spPr>
        <p:txBody>
          <a:bodyPr/>
          <a:lstStyle/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Student Information Management System</a:t>
            </a:r>
            <a:endParaRPr lang="en-US" b="1" dirty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026" name="Picture 2" descr="GCIT"/>
          <p:cNvPicPr>
            <a:picLocks noChangeAspect="1" noChangeArrowheads="1"/>
          </p:cNvPicPr>
          <p:nvPr/>
        </p:nvPicPr>
        <p:blipFill>
          <a:blip r:embed="rId2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F7737-6EA6-4FBE-AACE-8EEC38063CAC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/>
        </p:nvPicPr>
        <p:blipFill>
          <a:blip r:embed="rId2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  <p:sp>
        <p:nvSpPr>
          <p:cNvPr id="8" name="TextBox 7"/>
          <p:cNvSpPr txBox="1"/>
          <p:nvPr/>
        </p:nvSpPr>
        <p:spPr>
          <a:xfrm>
            <a:off x="683260" y="1973580"/>
            <a:ext cx="75946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Outlines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Background Information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Changes in Requirement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Product Scope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Site Map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UI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Demo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Work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progress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Future Work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sz="2800" b="1" dirty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925" y="1905000"/>
            <a:ext cx="8169275" cy="720090"/>
          </a:xfrm>
        </p:spPr>
        <p:txBody>
          <a:bodyPr/>
          <a:lstStyle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Background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5620" y="2889885"/>
            <a:ext cx="4056380" cy="2334260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Introduction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Purpose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Functionalities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1" y="0"/>
            <a:ext cx="9144635" cy="137160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690" y="1600200"/>
            <a:ext cx="8246110" cy="777240"/>
          </a:xfrm>
        </p:spPr>
        <p:txBody>
          <a:bodyPr/>
          <a:lstStyle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Changes in Requirement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9905" y="2645410"/>
            <a:ext cx="8176895" cy="3481070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4.1 Student Registration</a:t>
            </a:r>
          </a:p>
          <a:p>
            <a:pPr lvl="1">
              <a:buFont typeface="Wingdings" panose="05000000000000000000" charset="0"/>
              <a:buChar char="ü"/>
            </a:pPr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Approval of students is done by class teacher</a:t>
            </a:r>
          </a:p>
          <a:p>
            <a:pPr marL="332740" lvl="1" indent="-285115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4.2 Class Teacher Account Management </a:t>
            </a:r>
          </a:p>
          <a:p>
            <a:pPr marL="504825" lvl="1" indent="222250" defTabSz="914400">
              <a:buFont typeface="Wingdings" panose="05000000000000000000" charset="0"/>
              <a:buChar char="ü"/>
              <a:tabLst>
                <a:tab pos="457200" algn="l"/>
              </a:tabLst>
            </a:pPr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Edit action for admin</a:t>
            </a:r>
          </a:p>
          <a:p>
            <a:pPr marL="423545" lvl="1" indent="-379730" defTabSz="91440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4.3 Student Personal Detail Management	</a:t>
            </a:r>
          </a:p>
          <a:p>
            <a:pPr marL="500380" lvl="1" indent="-15875" defTabSz="914400">
              <a:buFont typeface="Wingdings" panose="05000000000000000000" charset="0"/>
              <a:buChar char="ü"/>
              <a:tabLst>
                <a:tab pos="228600" algn="l"/>
              </a:tabLst>
            </a:pPr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Edit action for admin</a:t>
            </a:r>
          </a:p>
          <a:p>
            <a:pPr marL="500380" lvl="1" indent="-15875" defTabSz="914400">
              <a:buFont typeface="Wingdings" panose="05000000000000000000" charset="0"/>
              <a:buChar char="ü"/>
              <a:tabLst>
                <a:tab pos="228600" algn="l"/>
              </a:tabLst>
            </a:pPr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Create action for student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1" y="0"/>
            <a:ext cx="9144635" cy="137160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863090"/>
            <a:ext cx="8250555" cy="614680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Product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715" y="2968625"/>
            <a:ext cx="8173085" cy="3157855"/>
          </a:xfrm>
        </p:spPr>
        <p:txBody>
          <a:bodyPr/>
          <a:lstStyle/>
          <a:p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The end product should be able to manage student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information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such as :-</a:t>
            </a:r>
          </a:p>
          <a:p>
            <a:pPr lvl="1"/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Attendance,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Statement,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Result, and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Bio </a:t>
            </a:r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data (student detail).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1" y="0"/>
            <a:ext cx="9144635" cy="137160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/>
        </p:nvPicPr>
        <p:blipFill>
          <a:blip r:embed="rId2"/>
          <a:srcRect r="1445"/>
          <a:stretch>
            <a:fillRect/>
          </a:stretch>
        </p:blipFill>
        <p:spPr bwMode="auto">
          <a:xfrm>
            <a:off x="-1" y="0"/>
            <a:ext cx="9144635" cy="13716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2651056" y="2819400"/>
            <a:ext cx="3749744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7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Site Map</a:t>
            </a:r>
            <a:endParaRPr lang="en-US" sz="7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1" y="6051550"/>
            <a:ext cx="2133600" cy="365125"/>
          </a:xfrm>
        </p:spPr>
        <p:txBody>
          <a:bodyPr/>
          <a:lstStyle/>
          <a:p>
            <a:fld id="{29FF40B1-8B0E-4B72-970D-715561CA4C5D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1" y="6051550"/>
            <a:ext cx="2895600" cy="365125"/>
          </a:xfrm>
        </p:spPr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1" y="605155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4114802" y="1752600"/>
            <a:ext cx="1371600" cy="4572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chemeClr val="accent2">
                    <a:lumMod val="75000"/>
                  </a:schemeClr>
                </a:solidFill>
              </a:rPr>
              <a:t>0. SIMS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2" y="2667000"/>
            <a:ext cx="1981200" cy="6096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chemeClr val="accent2">
                    <a:lumMod val="75000"/>
                  </a:schemeClr>
                </a:solidFill>
              </a:rPr>
              <a:t>0. 1  Admin Dashboard </a:t>
            </a: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810002" y="2667000"/>
            <a:ext cx="1981200" cy="6096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chemeClr val="accent2">
                    <a:lumMod val="75000"/>
                  </a:schemeClr>
                </a:solidFill>
              </a:rPr>
              <a:t>0.2  </a:t>
            </a:r>
            <a:r>
              <a:rPr lang="en-US" b="1" dirty="0" smtClean="0">
                <a:solidFill>
                  <a:schemeClr val="accent2">
                    <a:lumMod val="75000"/>
                  </a:schemeClr>
                </a:solidFill>
              </a:rPr>
              <a:t>Student</a:t>
            </a:r>
            <a:endParaRPr lang="en-US" b="1" dirty="0" smtClean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781803" y="2819400"/>
            <a:ext cx="1981200" cy="6096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chemeClr val="accent2">
                    <a:lumMod val="75000"/>
                  </a:schemeClr>
                </a:solidFill>
              </a:rPr>
              <a:t>0. 3  Class Teacher Dashboard </a:t>
            </a:r>
          </a:p>
        </p:txBody>
      </p:sp>
      <p:cxnSp>
        <p:nvCxnSpPr>
          <p:cNvPr id="14" name="Elbow Connector 13"/>
          <p:cNvCxnSpPr>
            <a:stCxn id="8" idx="2"/>
            <a:endCxn id="9" idx="0"/>
          </p:cNvCxnSpPr>
          <p:nvPr/>
        </p:nvCxnSpPr>
        <p:spPr>
          <a:xfrm rot="5400000">
            <a:off x="3009902" y="876300"/>
            <a:ext cx="457200" cy="3124200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Elbow Connector 15"/>
          <p:cNvCxnSpPr>
            <a:stCxn id="8" idx="2"/>
            <a:endCxn id="12" idx="0"/>
          </p:cNvCxnSpPr>
          <p:nvPr/>
        </p:nvCxnSpPr>
        <p:spPr>
          <a:xfrm rot="16200000" flipH="1">
            <a:off x="5981702" y="1028699"/>
            <a:ext cx="609600" cy="297180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8" idx="2"/>
            <a:endCxn id="11" idx="0"/>
          </p:cNvCxnSpPr>
          <p:nvPr/>
        </p:nvCxnSpPr>
        <p:spPr>
          <a:xfrm rot="5400000">
            <a:off x="4572002" y="2438400"/>
            <a:ext cx="457200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2" y="3429000"/>
            <a:ext cx="1828800" cy="38100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rgbClr val="00B050"/>
                </a:solidFill>
              </a:rPr>
              <a:t>Attendance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2" y="3962400"/>
            <a:ext cx="1676400" cy="30480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rgbClr val="00B050"/>
                </a:solidFill>
              </a:rPr>
              <a:t>Student Details</a:t>
            </a:r>
            <a:endParaRPr lang="en-US" b="1" dirty="0" smtClean="0">
              <a:solidFill>
                <a:srgbClr val="00B050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62002" y="4419600"/>
            <a:ext cx="1676400" cy="30480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rgbClr val="00B050"/>
                </a:solidFill>
              </a:rPr>
              <a:t>Result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2" y="4876800"/>
            <a:ext cx="1676400" cy="30480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rgbClr val="00B050"/>
                </a:solidFill>
              </a:rPr>
              <a:t>Statement</a:t>
            </a:r>
          </a:p>
        </p:txBody>
      </p:sp>
      <p:cxnSp>
        <p:nvCxnSpPr>
          <p:cNvPr id="30" name="Elbow Connector 29"/>
          <p:cNvCxnSpPr>
            <a:stCxn id="9" idx="1"/>
            <a:endCxn id="22" idx="1"/>
          </p:cNvCxnSpPr>
          <p:nvPr/>
        </p:nvCxnSpPr>
        <p:spPr>
          <a:xfrm rot="10800000" flipH="1" flipV="1">
            <a:off x="685802" y="2971800"/>
            <a:ext cx="76200" cy="1143000"/>
          </a:xfrm>
          <a:prstGeom prst="bentConnector3">
            <a:avLst>
              <a:gd name="adj1" fmla="val -30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9" idx="1"/>
            <a:endCxn id="23" idx="1"/>
          </p:cNvCxnSpPr>
          <p:nvPr/>
        </p:nvCxnSpPr>
        <p:spPr>
          <a:xfrm rot="10800000" flipH="1" flipV="1">
            <a:off x="685802" y="2971800"/>
            <a:ext cx="76200" cy="1600200"/>
          </a:xfrm>
          <a:prstGeom prst="bentConnector3">
            <a:avLst>
              <a:gd name="adj1" fmla="val -30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4" name="Elbow Connector 33"/>
          <p:cNvCxnSpPr>
            <a:stCxn id="9" idx="1"/>
            <a:endCxn id="24" idx="1"/>
          </p:cNvCxnSpPr>
          <p:nvPr/>
        </p:nvCxnSpPr>
        <p:spPr>
          <a:xfrm rot="10800000" flipH="1" flipV="1">
            <a:off x="685802" y="2971800"/>
            <a:ext cx="76200" cy="2057400"/>
          </a:xfrm>
          <a:prstGeom prst="bentConnector3">
            <a:avLst>
              <a:gd name="adj1" fmla="val -30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Elbow Connector 36"/>
          <p:cNvCxnSpPr>
            <a:stCxn id="9" idx="1"/>
            <a:endCxn id="21" idx="1"/>
          </p:cNvCxnSpPr>
          <p:nvPr/>
        </p:nvCxnSpPr>
        <p:spPr>
          <a:xfrm rot="10800000" flipH="1" flipV="1">
            <a:off x="685802" y="2971800"/>
            <a:ext cx="76200" cy="647700"/>
          </a:xfrm>
          <a:prstGeom prst="bentConnector3">
            <a:avLst>
              <a:gd name="adj1" fmla="val -30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3886202" y="3429000"/>
            <a:ext cx="1752600" cy="3810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rgbClr val="00B0F0"/>
                </a:solidFill>
              </a:rPr>
              <a:t>Attendance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86202" y="4038600"/>
            <a:ext cx="1676400" cy="3048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rgbClr val="00B0F0"/>
                </a:solidFill>
              </a:rPr>
              <a:t>Detail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86202" y="4495800"/>
            <a:ext cx="1676400" cy="3048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rgbClr val="00B0F0"/>
                </a:solidFill>
              </a:rPr>
              <a:t>Result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86202" y="4953000"/>
            <a:ext cx="1676400" cy="3048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rgbClr val="00B0F0"/>
                </a:solidFill>
              </a:rPr>
              <a:t>Statement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3" y="3505200"/>
            <a:ext cx="1752600" cy="3810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chemeClr val="accent4">
                    <a:lumMod val="50000"/>
                  </a:schemeClr>
                </a:solidFill>
              </a:rPr>
              <a:t>Attendance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3" y="4038600"/>
            <a:ext cx="1676400" cy="3048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chemeClr val="accent4">
                    <a:lumMod val="50000"/>
                  </a:schemeClr>
                </a:solidFill>
              </a:rPr>
              <a:t>Student Details</a:t>
            </a:r>
            <a:endParaRPr lang="en-US" b="1" dirty="0" smtClean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858003" y="4495800"/>
            <a:ext cx="1676400" cy="3048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chemeClr val="accent4">
                    <a:lumMod val="50000"/>
                  </a:schemeClr>
                </a:solidFill>
              </a:rPr>
              <a:t>Result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3" y="4953000"/>
            <a:ext cx="1676400" cy="3048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chemeClr val="accent4">
                    <a:lumMod val="50000"/>
                  </a:schemeClr>
                </a:solidFill>
              </a:rPr>
              <a:t>Statement</a:t>
            </a:r>
          </a:p>
        </p:txBody>
      </p:sp>
      <p:cxnSp>
        <p:nvCxnSpPr>
          <p:cNvPr id="46" name="Elbow Connector 45"/>
          <p:cNvCxnSpPr>
            <a:stCxn id="11" idx="1"/>
            <a:endCxn id="39" idx="1"/>
          </p:cNvCxnSpPr>
          <p:nvPr/>
        </p:nvCxnSpPr>
        <p:spPr>
          <a:xfrm rot="10800000" flipH="1" flipV="1">
            <a:off x="3810002" y="2971800"/>
            <a:ext cx="76200" cy="1219200"/>
          </a:xfrm>
          <a:prstGeom prst="bentConnector3">
            <a:avLst>
              <a:gd name="adj1" fmla="val -30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7" name="Elbow Connector 46"/>
          <p:cNvCxnSpPr>
            <a:stCxn id="11" idx="1"/>
            <a:endCxn id="40" idx="1"/>
          </p:cNvCxnSpPr>
          <p:nvPr/>
        </p:nvCxnSpPr>
        <p:spPr>
          <a:xfrm rot="10800000" flipH="1" flipV="1">
            <a:off x="3810002" y="2971800"/>
            <a:ext cx="76200" cy="1676400"/>
          </a:xfrm>
          <a:prstGeom prst="bentConnector3">
            <a:avLst>
              <a:gd name="adj1" fmla="val -30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1" idx="1"/>
            <a:endCxn id="41" idx="1"/>
          </p:cNvCxnSpPr>
          <p:nvPr/>
        </p:nvCxnSpPr>
        <p:spPr>
          <a:xfrm rot="10800000" flipH="1" flipV="1">
            <a:off x="3810002" y="2971800"/>
            <a:ext cx="76200" cy="2133600"/>
          </a:xfrm>
          <a:prstGeom prst="bentConnector3">
            <a:avLst>
              <a:gd name="adj1" fmla="val -30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9" name="Elbow Connector 48"/>
          <p:cNvCxnSpPr>
            <a:stCxn id="11" idx="1"/>
            <a:endCxn id="38" idx="1"/>
          </p:cNvCxnSpPr>
          <p:nvPr/>
        </p:nvCxnSpPr>
        <p:spPr>
          <a:xfrm rot="10800000" flipH="1" flipV="1">
            <a:off x="3810002" y="2971800"/>
            <a:ext cx="76200" cy="647700"/>
          </a:xfrm>
          <a:prstGeom prst="bentConnector3">
            <a:avLst>
              <a:gd name="adj1" fmla="val -30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1" name="Elbow Connector 50"/>
          <p:cNvCxnSpPr>
            <a:stCxn id="12" idx="1"/>
            <a:endCxn id="43" idx="1"/>
          </p:cNvCxnSpPr>
          <p:nvPr/>
        </p:nvCxnSpPr>
        <p:spPr>
          <a:xfrm rot="10800000" flipH="1" flipV="1">
            <a:off x="6781803" y="3124200"/>
            <a:ext cx="76200" cy="1066800"/>
          </a:xfrm>
          <a:prstGeom prst="bentConnector3">
            <a:avLst>
              <a:gd name="adj1" fmla="val -30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2" name="Elbow Connector 51"/>
          <p:cNvCxnSpPr>
            <a:stCxn id="12" idx="1"/>
            <a:endCxn id="44" idx="1"/>
          </p:cNvCxnSpPr>
          <p:nvPr/>
        </p:nvCxnSpPr>
        <p:spPr>
          <a:xfrm rot="10800000" flipH="1" flipV="1">
            <a:off x="6781803" y="3124200"/>
            <a:ext cx="76200" cy="1524000"/>
          </a:xfrm>
          <a:prstGeom prst="bentConnector3">
            <a:avLst>
              <a:gd name="adj1" fmla="val -30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3" name="Elbow Connector 52"/>
          <p:cNvCxnSpPr>
            <a:stCxn id="12" idx="1"/>
            <a:endCxn id="45" idx="1"/>
          </p:cNvCxnSpPr>
          <p:nvPr/>
        </p:nvCxnSpPr>
        <p:spPr>
          <a:xfrm rot="10800000" flipH="1" flipV="1">
            <a:off x="6781803" y="3124200"/>
            <a:ext cx="76200" cy="1981200"/>
          </a:xfrm>
          <a:prstGeom prst="bentConnector3">
            <a:avLst>
              <a:gd name="adj1" fmla="val -30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stCxn id="12" idx="1"/>
            <a:endCxn id="42" idx="1"/>
          </p:cNvCxnSpPr>
          <p:nvPr/>
        </p:nvCxnSpPr>
        <p:spPr>
          <a:xfrm rot="10800000" flipH="1" flipV="1">
            <a:off x="6781803" y="3124200"/>
            <a:ext cx="76200" cy="571500"/>
          </a:xfrm>
          <a:prstGeom prst="bentConnector3">
            <a:avLst>
              <a:gd name="adj1" fmla="val -300000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6" name="Picture 2" descr="GCIT"/>
          <p:cNvPicPr>
            <a:picLocks noChangeAspect="1" noChangeArrowheads="1"/>
          </p:cNvPicPr>
          <p:nvPr/>
        </p:nvPicPr>
        <p:blipFill>
          <a:blip r:embed="rId2"/>
          <a:srcRect r="1445"/>
          <a:stretch>
            <a:fillRect/>
          </a:stretch>
        </p:blipFill>
        <p:spPr bwMode="auto">
          <a:xfrm>
            <a:off x="-1" y="0"/>
            <a:ext cx="9144635" cy="1371600"/>
          </a:xfrm>
          <a:prstGeom prst="rect">
            <a:avLst/>
          </a:prstGeom>
          <a:noFill/>
        </p:spPr>
      </p:pic>
      <p:sp>
        <p:nvSpPr>
          <p:cNvPr id="50" name="Rectangle 49"/>
          <p:cNvSpPr/>
          <p:nvPr/>
        </p:nvSpPr>
        <p:spPr>
          <a:xfrm>
            <a:off x="762001" y="5334000"/>
            <a:ext cx="1676400" cy="30480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rgbClr val="00B050"/>
                </a:solidFill>
              </a:rPr>
              <a:t>Add Class</a:t>
            </a:r>
          </a:p>
        </p:txBody>
      </p:sp>
      <p:cxnSp>
        <p:nvCxnSpPr>
          <p:cNvPr id="55" name="Elbow Connector 54"/>
          <p:cNvCxnSpPr>
            <a:stCxn id="9" idx="1"/>
            <a:endCxn id="50" idx="1"/>
          </p:cNvCxnSpPr>
          <p:nvPr/>
        </p:nvCxnSpPr>
        <p:spPr>
          <a:xfrm rot="10800000" flipH="1" flipV="1">
            <a:off x="685801" y="2971800"/>
            <a:ext cx="76199" cy="2514600"/>
          </a:xfrm>
          <a:prstGeom prst="bentConnector3">
            <a:avLst>
              <a:gd name="adj1" fmla="val -300004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858002" y="5410200"/>
            <a:ext cx="1828800" cy="3048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chemeClr val="accent4">
                    <a:lumMod val="50000"/>
                  </a:schemeClr>
                </a:solidFill>
              </a:rPr>
              <a:t>Approve Student</a:t>
            </a:r>
          </a:p>
        </p:txBody>
      </p:sp>
      <p:cxnSp>
        <p:nvCxnSpPr>
          <p:cNvPr id="67" name="Elbow Connector 66"/>
          <p:cNvCxnSpPr>
            <a:stCxn id="12" idx="1"/>
            <a:endCxn id="58" idx="1"/>
          </p:cNvCxnSpPr>
          <p:nvPr/>
        </p:nvCxnSpPr>
        <p:spPr>
          <a:xfrm rot="10800000" flipH="1" flipV="1">
            <a:off x="6781802" y="3124200"/>
            <a:ext cx="76199" cy="2438400"/>
          </a:xfrm>
          <a:prstGeom prst="bentConnector3">
            <a:avLst>
              <a:gd name="adj1" fmla="val -300004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3886201" y="5486400"/>
            <a:ext cx="1676400" cy="3048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rgbClr val="00B0F0"/>
                </a:solidFill>
              </a:rPr>
              <a:t>Join Class</a:t>
            </a:r>
          </a:p>
        </p:txBody>
      </p:sp>
      <p:cxnSp>
        <p:nvCxnSpPr>
          <p:cNvPr id="80" name="Elbow Connector 79"/>
          <p:cNvCxnSpPr>
            <a:stCxn id="11" idx="1"/>
            <a:endCxn id="71" idx="1"/>
          </p:cNvCxnSpPr>
          <p:nvPr/>
        </p:nvCxnSpPr>
        <p:spPr>
          <a:xfrm rot="10800000" flipH="1" flipV="1">
            <a:off x="3810001" y="2971800"/>
            <a:ext cx="76199" cy="2667000"/>
          </a:xfrm>
          <a:prstGeom prst="bentConnector3">
            <a:avLst>
              <a:gd name="adj1" fmla="val -300004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762001" y="5715000"/>
            <a:ext cx="1981200" cy="30480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smtClean="0">
                <a:solidFill>
                  <a:srgbClr val="00B050"/>
                </a:solidFill>
              </a:rPr>
              <a:t>Add Class teacher</a:t>
            </a:r>
          </a:p>
        </p:txBody>
      </p:sp>
      <p:cxnSp>
        <p:nvCxnSpPr>
          <p:cNvPr id="85" name="Elbow Connector 84"/>
          <p:cNvCxnSpPr>
            <a:stCxn id="9" idx="1"/>
            <a:endCxn id="84" idx="1"/>
          </p:cNvCxnSpPr>
          <p:nvPr/>
        </p:nvCxnSpPr>
        <p:spPr>
          <a:xfrm rot="10800000" flipH="1" flipV="1">
            <a:off x="685801" y="2971800"/>
            <a:ext cx="76199" cy="2895600"/>
          </a:xfrm>
          <a:prstGeom prst="bentConnector3">
            <a:avLst>
              <a:gd name="adj1" fmla="val -300004"/>
            </a:avLst>
          </a:prstGeom>
          <a:ln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9900" y="3048635"/>
            <a:ext cx="8216900" cy="837565"/>
          </a:xfrm>
        </p:spPr>
        <p:txBody>
          <a:bodyPr>
            <a:noAutofit/>
          </a:bodyPr>
          <a:lstStyle/>
          <a:p>
            <a:r>
              <a:rPr lang="en-US" sz="7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UI Demo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1" y="0"/>
            <a:ext cx="9144635" cy="137160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80" y="1676400"/>
            <a:ext cx="8221345" cy="500380"/>
          </a:xfrm>
        </p:spPr>
        <p:txBody>
          <a:bodyPr>
            <a:noAutofit/>
          </a:bodyPr>
          <a:lstStyle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Work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3875" y="2468245"/>
            <a:ext cx="8162925" cy="3658235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Frontend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Future </a:t>
            </a:r>
            <a:r>
              <a:rPr lang="en-US" sz="24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work</a:t>
            </a:r>
          </a:p>
          <a:p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Creating Migration and Models,</a:t>
            </a:r>
          </a:p>
          <a:p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Seeding database,</a:t>
            </a:r>
          </a:p>
          <a:p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Generating resource controllers</a:t>
            </a:r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,</a:t>
            </a:r>
          </a:p>
          <a:p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Authentication,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Authorization using Gates </a:t>
            </a:r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and policy</a:t>
            </a:r>
            <a:r>
              <a:rPr lang="en-US" sz="2400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,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1" y="0"/>
            <a:ext cx="9144635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2742883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Thank you for listening!</a:t>
            </a:r>
            <a:b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</a:b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1" y="0"/>
            <a:ext cx="9144635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907</TotalTime>
  <Words>226</Words>
  <Application>WPS Presentation</Application>
  <PresentationFormat>On-screen Show (4:3)</PresentationFormat>
  <Paragraphs>88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Student Information Management System</vt:lpstr>
      <vt:lpstr>Slide 2</vt:lpstr>
      <vt:lpstr>Background Information</vt:lpstr>
      <vt:lpstr>Changes in Requirement</vt:lpstr>
      <vt:lpstr>Product Scope</vt:lpstr>
      <vt:lpstr>Slide 6</vt:lpstr>
      <vt:lpstr>Slide 7</vt:lpstr>
      <vt:lpstr>UI Demo</vt:lpstr>
      <vt:lpstr>Work progress</vt:lpstr>
      <vt:lpstr>Thank you for listening! 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Information Management System</dc:title>
  <dc:creator>user</dc:creator>
  <cp:lastModifiedBy>user</cp:lastModifiedBy>
  <cp:revision>71</cp:revision>
  <dcterms:created xsi:type="dcterms:W3CDTF">2006-08-16T00:00:00Z</dcterms:created>
  <dcterms:modified xsi:type="dcterms:W3CDTF">2021-02-22T08:24:35Z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